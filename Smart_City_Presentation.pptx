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1520" y="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AI Smart City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Urban Management Dashboard</a:t>
            </a:r>
          </a:p>
          <a:p>
            <a:r>
              <a:t>Created: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0B981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 to Smart City Dashboard</a:t>
            </a:r>
          </a:p>
          <a:p>
            <a:r>
              <a:t>2. Live Traffic &amp; Congestion Management</a:t>
            </a:r>
          </a:p>
          <a:p>
            <a:r>
              <a:t>3. Environmental &amp; Weather Monitoring</a:t>
            </a:r>
          </a:p>
          <a:p>
            <a:r>
              <a:t>4. AI Waste Management System</a:t>
            </a:r>
          </a:p>
          <a:p>
            <a:r>
              <a:t>5. Citizen Portal &amp; Complaints</a:t>
            </a:r>
          </a:p>
          <a:p>
            <a:r>
              <a:t>6. Smart Assistant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F4444"/>
                </a:solidFill>
              </a:defRPr>
            </a:pPr>
            <a:r>
              <a:t>Live Traffic &amp;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Interactive Map (Bengaluru)</a:t>
            </a:r>
          </a:p>
          <a:p>
            <a:pPr marL="0" indent="0">
              <a:buNone/>
            </a:pPr>
            <a:r>
              <a:rPr dirty="0"/>
              <a:t>• Simulated Live Data (Speed, Count, Congestion %)</a:t>
            </a:r>
          </a:p>
          <a:p>
            <a:pPr marL="0" indent="0">
              <a:buNone/>
            </a:pPr>
            <a:r>
              <a:rPr dirty="0"/>
              <a:t>• Predictive AI Models (30-min congestion forecasting)</a:t>
            </a:r>
          </a:p>
          <a:p>
            <a:pPr marL="0" indent="0">
              <a:buNone/>
            </a:pPr>
            <a:r>
              <a:rPr dirty="0"/>
              <a:t>• Real-time Zone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59E0B"/>
                </a:solidFill>
              </a:defRPr>
            </a:pPr>
            <a:r>
              <a:t>Environment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Live Weather Integration (Temperature, Wind, Humidity)</a:t>
            </a:r>
          </a:p>
          <a:p>
            <a:pPr marL="0" indent="0">
              <a:buNone/>
            </a:pPr>
            <a:r>
              <a:rPr dirty="0"/>
              <a:t>• Air Quality Index (AQI) tracking</a:t>
            </a:r>
          </a:p>
          <a:p>
            <a:pPr marL="0" indent="0">
              <a:buNone/>
            </a:pPr>
            <a:r>
              <a:rPr dirty="0"/>
              <a:t>• Noise level monitoring across zones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5CF6"/>
                </a:solidFill>
              </a:defRPr>
            </a:pPr>
            <a:r>
              <a:t>Citizen Portal &amp; Smart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File &amp; Track City Complaints</a:t>
            </a:r>
          </a:p>
          <a:p>
            <a:pPr marL="0" indent="0">
              <a:buNone/>
            </a:pPr>
            <a:r>
              <a:rPr dirty="0"/>
              <a:t>• Dark / Light Theme customization</a:t>
            </a:r>
          </a:p>
          <a:p>
            <a:pPr marL="0" indent="0">
              <a:buNone/>
            </a:pPr>
            <a:r>
              <a:rPr dirty="0"/>
              <a:t>• AI Chatbot with Google Search grounding</a:t>
            </a:r>
          </a:p>
          <a:p>
            <a:pPr marL="0" indent="0">
              <a:buNone/>
            </a:pPr>
            <a:r>
              <a:rPr dirty="0"/>
              <a:t>• Interactive natural language Q&amp;A about the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AI Smart City Platform</vt:lpstr>
      <vt:lpstr>Project Overview</vt:lpstr>
      <vt:lpstr>Live Traffic &amp; Predictions</vt:lpstr>
      <vt:lpstr>Environment Monitoring</vt:lpstr>
      <vt:lpstr>Citizen Portal &amp; Smart Assistant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Theertha A</cp:lastModifiedBy>
  <cp:revision>2</cp:revision>
  <dcterms:created xsi:type="dcterms:W3CDTF">2013-01-27T09:14:16Z</dcterms:created>
  <dcterms:modified xsi:type="dcterms:W3CDTF">2026-10-13T16:17:52Z</dcterms:modified>
  <cp:category/>
</cp:coreProperties>
</file>